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3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73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4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4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2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2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1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9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6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9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1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3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2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26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6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52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29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99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9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5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Adventure Works Sales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End-to-End Sales Analysis using SQL, Excel, Power BI &amp; Tableau</a:t>
            </a:r>
          </a:p>
          <a:p>
            <a:r>
              <a:rPr lang="en-US" sz="1600" dirty="0"/>
              <a:t>Haritha Mohanan Pillai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1093" y="2096064"/>
            <a:ext cx="9476464" cy="3920688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name 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Adventure Works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 by Adventure Works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&amp; Business Analytics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n-NO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Excel (Dashboard &amp; KPI Analysis)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BI (Interactive BI Reports)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 (Data Extraction &amp; Transformation)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Tableau (Visual Analytics &amp; Storytelling)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780288"/>
          </a:xfrm>
        </p:spPr>
        <p:txBody>
          <a:bodyPr/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659117" y="1659117"/>
            <a:ext cx="10155779" cy="4242062"/>
          </a:xfrm>
        </p:spPr>
        <p:txBody>
          <a:bodyPr>
            <a:normAutofit fontScale="40000" lnSpcReduction="20000"/>
          </a:bodyPr>
          <a:lstStyle/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Adventure Works Sales Analytics Project aims to transform raw sales data into meaningful insights.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help the business understand its performance and make better decisions.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follows a complete data analytics lifecycle.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beginning with data extraction and preparation, and ending with interactive dashboards created using multiple business intelligence tools.</a:t>
            </a:r>
          </a:p>
          <a:p>
            <a:pPr marL="0" indent="0">
              <a:buNone/>
            </a:pP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5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overall </a:t>
            </a:r>
            <a:r>
              <a:rPr lang="en-US" sz="4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</a:t>
            </a:r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Adventure Works.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sz="4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top-performing products and categories.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</a:t>
            </a:r>
            <a:r>
              <a:rPr lang="en-US" sz="4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year-wise, quarter-wise, and month-wise trends.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</a:t>
            </a:r>
            <a:r>
              <a:rPr lang="en-US" sz="4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demand and order behavior.</a:t>
            </a:r>
          </a:p>
          <a:p>
            <a:r>
              <a:rPr lang="en-US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 insights through </a:t>
            </a:r>
            <a:r>
              <a:rPr lang="en-US" sz="4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products contribute the most to revenue?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regions generate higher profits?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production cost affect overall profitability?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can the company improve profit margins?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811" y="2096064"/>
            <a:ext cx="9193849" cy="40852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 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Adventure Works sample database</a:t>
            </a:r>
          </a:p>
          <a:p>
            <a:pPr marL="0" indent="0">
              <a:buNone/>
            </a:pPr>
            <a:r>
              <a:rPr lang="en-US" sz="3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includes</a:t>
            </a: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details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orders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information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quantity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price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Unit cost 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923069"/>
            <a:ext cx="10018713" cy="2780906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 and null records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data formats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numerical consistency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new calculated fields for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274975"/>
          </a:xfrm>
        </p:spPr>
        <p:txBody>
          <a:bodyPr/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857081"/>
            <a:ext cx="10018713" cy="323339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Amount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Unit Price × Order Quantity − Discount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Cost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Unit Cost × Order Quantity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Sales Amount − Production Cost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7584" y="98772"/>
            <a:ext cx="7226935" cy="730250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My SQL Dashboard Overview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/>
              <a:t>                                     </a:t>
            </a:r>
          </a:p>
        </p:txBody>
      </p:sp>
      <p:pic>
        <p:nvPicPr>
          <p:cNvPr id="5" name="Content Placeholder 4" descr="Sql_Project_Image_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1538" y="936615"/>
            <a:ext cx="6240462" cy="3510259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9951" y="829022"/>
            <a:ext cx="4501587" cy="4760536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Used MySQL Workbench to analyze Final Sales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Final Sales contains customer, product, date, and sales details.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SELECT * used to view and understand the dataset.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Top 10 customers identified using SUM + GROUP BY + ORDER BY + LIMIT.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Sales Amount checked for data validation.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Category-wise sales analyzed using aggregations.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DISTINCT used to fetch unique product categories.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Customer purchase count calculated using COUNT(Product Key).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HAVING &gt; 5 filters high-value customers.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61534" y="681228"/>
            <a:ext cx="8318212" cy="740664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Dashboard Overview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538" y="1421892"/>
            <a:ext cx="6240462" cy="3303023"/>
          </a:xfrm>
        </p:spPr>
      </p:pic>
      <p:sp>
        <p:nvSpPr>
          <p:cNvPr id="12" name="Text Placeholder 11"/>
          <p:cNvSpPr>
            <a:spLocks noGrp="1"/>
          </p:cNvSpPr>
          <p:nvPr>
            <p:ph type="body" sz="half" idx="2"/>
          </p:nvPr>
        </p:nvSpPr>
        <p:spPr>
          <a:xfrm>
            <a:off x="1358105" y="923874"/>
            <a:ext cx="4593433" cy="5248656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Customers, Total Sales, Total Profit, and Total Orders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distribution by quarter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a pie chart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 and month-wise sales trends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category-wise order quantity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slicers for Year and Category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enable interactive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006" y="628453"/>
            <a:ext cx="5366994" cy="716280"/>
          </a:xfrm>
        </p:spPr>
        <p:txBody>
          <a:bodyPr>
            <a:normAutofit fontScale="90000"/>
          </a:bodyPr>
          <a:lstStyle/>
          <a:p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 Dashboard Overview</a:t>
            </a:r>
            <a:endParaRPr lang="en-US" sz="34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06" y="1430983"/>
            <a:ext cx="5366994" cy="3067867"/>
          </a:xfrm>
        </p:spPr>
      </p:pic>
      <p:sp>
        <p:nvSpPr>
          <p:cNvPr id="9" name="Rectangle 3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434758" y="1371122"/>
            <a:ext cx="49418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key KPIs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cost, price, and tax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yearly and monthly sales trends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vs production cost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profitability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and seasonal performance</a:t>
            </a:r>
            <a:endParaRPr lang="en-US" alt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filters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detailed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538" y="1054590"/>
            <a:ext cx="6240462" cy="560832"/>
          </a:xfrm>
        </p:spPr>
        <p:txBody>
          <a:bodyPr>
            <a:normAutofit fontScale="90000"/>
          </a:bodyPr>
          <a:lstStyle/>
          <a:p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 Dashboard Overview</a:t>
            </a:r>
            <a:endParaRPr lang="en-US" sz="3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538" y="1828654"/>
            <a:ext cx="6240462" cy="2895106"/>
          </a:xfrm>
        </p:spPr>
      </p:pic>
      <p:sp>
        <p:nvSpPr>
          <p:cNvPr id="9" name="Rectangle 3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306068" y="1536174"/>
            <a:ext cx="464547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(₹29.36M)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 (₹12.08M)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overall business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and yearly sales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track growth and peak periods.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vs Production Cost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analyze profitability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product-wise profit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identifying top-performing products.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filters (Month, Year, Product Category)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detailed analysis.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mb/>
      </p:transition>
    </mc:Choice>
    <mc:Fallback xmlns="">
      <p:transition spd="slow">
        <p:comb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51727" y="-160256"/>
            <a:ext cx="9815829" cy="2554664"/>
          </a:xfrm>
        </p:spPr>
        <p:txBody>
          <a:bodyPr/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Analysis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51727" y="933255"/>
            <a:ext cx="9815829" cy="5439266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increased during peak seasons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product categories contribute maximum revenue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and yearly trends show consistent growth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products show high sales but low profit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production cost directly impacts profit margin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Accessories have better profit percentage compared to some bikes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013" y="543613"/>
            <a:ext cx="10755492" cy="58760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Region-Wise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9013" y="1348033"/>
            <a:ext cx="9718544" cy="506191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performing regions generate the highest revenue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regions show potential for improvement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demand varies by product category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number of products contribute to major profits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optimization can significantly improve margins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trends affect sales performance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 improves decision-making speed</a:t>
            </a:r>
          </a:p>
          <a:p>
            <a:pPr marL="0" indent="0">
              <a:buNone/>
            </a:pPr>
            <a:endParaRPr lang="en-US" sz="3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847" y="326797"/>
            <a:ext cx="9427162" cy="851554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395" y="1036948"/>
            <a:ext cx="10899648" cy="632548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marketing on high-profit products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production cost for low-margin items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inventory based on sales trends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business in high-performing regions</a:t>
            </a:r>
          </a:p>
          <a:p>
            <a:pPr marL="0" indent="0">
              <a:buNone/>
            </a:pP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large datasets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inconsistent data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advanced formulas / queries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Designing meaningful visualizations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549" y="72274"/>
            <a:ext cx="10846932" cy="766712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32874" y="980431"/>
            <a:ext cx="1046868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how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provides clear visibility into business performance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Adventure Works.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profitable products, trends, and growth opportunities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sales and cost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decision-making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transforming raw data into meaningful insights.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planning and operational efficiency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interactive dashboards.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better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control and long-term business growth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30" y="819850"/>
            <a:ext cx="10018713" cy="1847936"/>
          </a:xfrm>
        </p:spPr>
        <p:txBody>
          <a:bodyPr/>
          <a:lstStyle/>
          <a:p>
            <a:pPr algn="l"/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3230" y="254524"/>
            <a:ext cx="10353762" cy="578362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forecasting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dashboard integration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predictive analytics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765839"/>
            <a:ext cx="10353761" cy="1326321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doors dir="ver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38</TotalTime>
  <Words>731</Words>
  <Application>Microsoft Office PowerPoint</Application>
  <PresentationFormat>Widescreen</PresentationFormat>
  <Paragraphs>125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Corbel</vt:lpstr>
      <vt:lpstr>Wingdings</vt:lpstr>
      <vt:lpstr>Parallax</vt:lpstr>
      <vt:lpstr>Adventure Works Sales Analytics Project</vt:lpstr>
      <vt:lpstr>Project Details</vt:lpstr>
      <vt:lpstr>Project Overview</vt:lpstr>
      <vt:lpstr>Business Problem Statement</vt:lpstr>
      <vt:lpstr>Dataset Overview</vt:lpstr>
      <vt:lpstr>Data Preparation</vt:lpstr>
      <vt:lpstr>Calculations Used</vt:lpstr>
      <vt:lpstr>My SQL Dashboard Overview                                       </vt:lpstr>
      <vt:lpstr>Excel Dashboard Overview</vt:lpstr>
      <vt:lpstr>Power bi  Dashboard Overview</vt:lpstr>
      <vt:lpstr>Tableau Dashboard Overview</vt:lpstr>
      <vt:lpstr>Sales Analysis</vt:lpstr>
      <vt:lpstr>Region-Wise Performance</vt:lpstr>
      <vt:lpstr>Business Recommendations</vt:lpstr>
      <vt:lpstr>Conclusion</vt:lpstr>
      <vt:lpstr> Future Scope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Sales Analytics Project</dc:title>
  <dc:creator>dr avinash naik</dc:creator>
  <cp:lastModifiedBy>harithamohanan1316@gmail.com</cp:lastModifiedBy>
  <cp:revision>9</cp:revision>
  <dcterms:created xsi:type="dcterms:W3CDTF">2025-12-14T05:27:00Z</dcterms:created>
  <dcterms:modified xsi:type="dcterms:W3CDTF">2026-01-03T06:51:30Z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0FE9698F4E494D1385ED563EA52F4760_13</vt:lpwstr>
  </property>
  <property fmtid="{D5CDD505-2E9C-101B-9397-08002B2CF9AE}" pid="3" name="KSOProductBuildVer">
    <vt:lpwstr>1033-12.2.0.23155</vt:lpwstr>
  </property>
</Properties>
</file>